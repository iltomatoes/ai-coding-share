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Java 开发中的 AI 协作编程实战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749039"/>
            <a:ext cx="36576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CCCCCC"/>
                </a:solidFill>
                <a:latin typeface="微软雅黑"/>
              </a:defRPr>
            </a:pPr>
            <a:r>
              <a:t>如何为 AI 搭建高效工作的环境 —— 来自真实项目的实践经验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开场小调查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觉得自己用 AI 写代码效率很高的同事，请举手？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遇到过 AI 生成的代码需要大量返工、反复修改的，请举手？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真实数据：项目中 AI 配置从 819 行单文件 → 精简删除 6000+ 行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这个数字背后的故事，就是今天分享的核心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AI 编程的三个常见误区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❌ 误区一："AI 什么都会"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AI 只能看到你给它的上下文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就像新同事没看架构文档就写代码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信息不够时 AI 会自信地"发挥"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而 AI 的方向可能完全不对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554480"/>
            <a:ext cx="18288" cy="4572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❌ 误区二："告诉 AI 就够了"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缺少约束 → AI 自信地偏离方向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真实教训：让 AI 生成大量代码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没有充分审查直接采纳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对接联调时大量返工、调试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比手写代码更危险——有"已完成"的错觉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误区三 &amp; 根本原因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❌ 误区三："一次就能做好"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不可能预测 AI 会犯什么错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试图一次性把规则写全，往往过度约束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AI 的输出变得保守、僵化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三条误区的共同根本原因：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6B6B"/>
                </a:solidFill>
                <a:latin typeface="微软雅黑"/>
              </a:defRPr>
            </a:pPr>
            <a:r>
              <a:t>我们没有为 AI 搭建合适的工作环境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"AI 是千里马，Harness 是缰绳。</a:t>
            </a:r>
            <a:br/>
            <a:r>
              <a:t>缰绳不增加马的力量，但让力量用在对的方向。"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—— Harness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三层知识架构——给 AI 传递知识的最佳方式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全局层 (~/.claude/CLAUDE.md)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"我是谁，我怎么工作"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所有项目共享，长期稳定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项目层 (CLAUDE.md + .claude/rules/)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"这个项目怎么做"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每次对话全部加载，每行都在消耗 token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会话层 (memory/)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"上次踩了什么坑"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→ 按需检索，不自动全部加载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全局层：跨项目的个人偏好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位置：~/.claude/CLAUDE.md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只放两样东西：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所有项目通用的规则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长期稳定的工作习惯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实际内容示例：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Git 提交规范：中文 type: 格式，禁止加 Co-Authored-By 署名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Shell 环境规范：Windows Git Bash 中用 /dev/null 而不是 &gt; nul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原则：这个文件的内容应该几乎不变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项目层：最重要的层级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位置：项目根目录 CLAUDE.md + .claude/rules/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6B6B"/>
                </a:solidFill>
                <a:latin typeface="微软雅黑"/>
              </a:defRPr>
            </a:pPr>
            <a:r>
              <a:t>关键特点：每次对话全部加载，每行都在消耗 token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核心原则：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"rules/ 是给 AI 的参考，不是给人看的 wiki"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常见误区：把设计文档、执行计划、DB Schema 都塞进 rules/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后果：AI 每次阅读几千行无关内容，效率下降，容易混乱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正确做法：rules/ 只放 AI 工作时需要参考的内容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会话层：跨会话的经验积累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位置：memory/ 目录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与项目层的最大区别：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不自动加载，按需检索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AI 根据当前任务上下文自动查找相关记忆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保存的内容：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复盘经验（feedback 类型）——踩过的坑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外部资源索引（reference 类型）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优势：自由积累经验，不担心占用每次对话的 token 预算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三层架构的设计原则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原则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信息不重复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同一条规则只存在于一个层级，其他层级引用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层级边界清晰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全局放"我是谁"，项目放"怎么做"，会话放"踩了什么坑"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Token 有意识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项目层每次全部加载须有存在价值；会话层按需检索可更自由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rules/ 演变：Phase 1-2（混乱期）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Phase 1：初始搭建（3.25-26）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CODE-STYLE.md 单文件 819 行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命名、注解、数据库、API 设计全挤在一起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没有测试规范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"把规范写全了 AI 就能写好代码"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554480"/>
            <a:ext cx="18288" cy="4572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Phase 2：功能驱动扩张（3.27-31）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每做新功能就往 rules/ 加文档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设计文档 1706 行（一个功能）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执行计划动辄 1000+ 行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completed/ 目录堆满旧计划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每次对话加载所有文件包括已完成的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AI 检索效率直线下降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Phase 3：关键转折（4.1 精简重构）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确立核心原则：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6B6B"/>
                </a:solidFill>
                <a:latin typeface="微软雅黑"/>
              </a:defRPr>
            </a:pPr>
            <a:r>
              <a:t>"rules/ 是给 AI 的参考，不是给人看的 wiki"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拆分（+1175 行，结构更清晰）：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CODE-STYLE.md 819行 → 8 个专题文件 + 1 个索引文件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每个文件聚焦一个主题：命名、注解、数据库、API 等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大清理（-6278 行）：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删除已完成的执行计划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设计文档从 rules/ 移除 → 放到 docs/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删除可再生的数据库 schema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Phase 4：稳定维护期——最终结构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rules/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├── ARCHITECTURE.md     # 架构全景（稳定）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├── CODE-STYLE.md       # 规范索引（指向 code-style/）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├── code-style/         # 8个专题文件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01-naming.md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02-annotations.md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03-database.md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04-api-design.md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05-comments-logging.md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06-vo-di.md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├── 07-date-constants.md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│   └── 08-pagination.md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└── testing.md          # 测试规范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编码规范文件几乎不变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仅架构变更时更新 ARCHITECTURE.md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演变时间线：好的结构是"长"出来的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3327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090672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9" y="21031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Day 1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819 行</a:t>
            </a:r>
            <a:br/>
            <a:r>
              <a:t>单文件大杂烩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661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大胆堆内容</a:t>
            </a:r>
            <a:br/>
            <a:r>
              <a:t>不知道该放什么</a:t>
            </a:r>
          </a:p>
        </p:txBody>
      </p:sp>
      <p:sp>
        <p:nvSpPr>
          <p:cNvPr id="8" name="Oval 7"/>
          <p:cNvSpPr/>
          <p:nvPr/>
        </p:nvSpPr>
        <p:spPr>
          <a:xfrm>
            <a:off x="4248912" y="3090672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7120" y="21031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Week 1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混乱膨胀</a:t>
            </a:r>
            <a:br/>
            <a:r>
              <a:t>+设计文档+计划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4240" y="35661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每做功能就加文档</a:t>
            </a:r>
            <a:br/>
            <a:r>
              <a:t>token 大量浪费</a:t>
            </a:r>
          </a:p>
        </p:txBody>
      </p:sp>
      <p:sp>
        <p:nvSpPr>
          <p:cNvPr id="11" name="Oval 10"/>
          <p:cNvSpPr/>
          <p:nvPr/>
        </p:nvSpPr>
        <p:spPr>
          <a:xfrm>
            <a:off x="7693152" y="3090672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1360" y="21031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Week 2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-6278 行</a:t>
            </a:r>
            <a:br/>
            <a:r>
              <a:t>大精简重构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8480" y="35661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确立核心原则</a:t>
            </a:r>
            <a:br/>
            <a:r>
              <a:t>拆分+清理</a:t>
            </a:r>
          </a:p>
        </p:txBody>
      </p:sp>
      <p:sp>
        <p:nvSpPr>
          <p:cNvPr id="14" name="Oval 13"/>
          <p:cNvSpPr/>
          <p:nvPr/>
        </p:nvSpPr>
        <p:spPr>
          <a:xfrm>
            <a:off x="11137392" y="3090672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21031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Now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稳定维护</a:t>
            </a:r>
            <a:br/>
            <a:r>
              <a:t>结构清晰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5661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几乎不变</a:t>
            </a:r>
            <a:br/>
            <a:r>
              <a:t>仅架构变更时更新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记忆系统——把踩过的坑变成制度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复盘工作流（/retrospect）：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1. 做对了什么？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2. 做错了什么？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3. 如果重新做会怎么做？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过滤标准：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6B6B"/>
                </a:solidFill>
                <a:latin typeface="微软雅黑"/>
              </a:defRPr>
            </a:pPr>
            <a:r>
              <a:t>  ◦ ✗ 一次性的技术细节（已在代码中）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6B6B"/>
                </a:solidFill>
                <a:latin typeface="微软雅黑"/>
              </a:defRPr>
            </a:pPr>
            <a:r>
              <a:t>  ◦ ✗ 可从代码推导的信息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1CF66"/>
                </a:solidFill>
                <a:latin typeface="微软雅黑"/>
              </a:defRPr>
            </a:pPr>
            <a:r>
              <a:t>  ◦ ✓ 踩坑原因和预防方法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1CF66"/>
                </a:solidFill>
                <a:latin typeface="微软雅黑"/>
              </a:defRPr>
            </a:pPr>
            <a:r>
              <a:t>  ◦ ✓ 工作流改进方向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统一格式：规则 + Why（为什么）+ How to apply（何时用）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工作流优化：从"直接开干"到"先规划再做"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❌ 早期：直接开干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告诉 AI 要做什么，直接写代码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Git 记录：连续的 fix、fix、fix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边做边改，方向不明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返工频繁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554480"/>
            <a:ext cx="18288" cy="4572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✅ 后来：先规划再做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Plan → 确认 → 实现 → 验证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Git 记录：清晰的阶段划分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探索代码结构后再动手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• 方向正确，返工大幅减少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推荐工作流（四步法）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Step 1: Plan 阶段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让 AI 探索现有代码结构，识别可复用组件和模式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Step 2: 确认阶段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对关键不确定信息先确认：版本号、字段来源、依赖版本等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6B6B"/>
                </a:solidFill>
                <a:latin typeface="微软雅黑"/>
              </a:defRPr>
            </a:pPr>
            <a:r>
              <a:t>  ◦ 这些信息猜错了，后面全是返工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Step 3: 实现阶段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确认方案后才进入编码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Step 4: 验证阶段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实现后运行编译验证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"原型/PRD 质量高，AI 编程事半功倍。</a:t>
            </a:r>
            <a:br/>
            <a:r>
              <a:t>反之，模糊不清则飞速跑偏，没法验收、无法判断对错。"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—— 实践经验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小批量推进 + Hook 自动化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血泪教训：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缺少审查，AI 生成大量代码未验证 → 对接时大量返工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比从头写还花时间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两个关键原则：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小批量推进验收，逐渐加快节奏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不要妄图一次性把刀磨好，遇到问题再磨刀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Hook 自动化：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PostToolUse 钩子：Java 文件修改后自动执行 mvn compile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PreCommit 钩子：提交前自动验证测试编译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把验证变成流程的一部分，不会遗漏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从错误中提炼规则——踩坑沉淀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踩坑场景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沉淀结果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所在层级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Git Bash 中 &gt; nul 创建垃圾文件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Shell 重定向规范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全局 CLAUDE.md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Claude 默认加 Co-Authored-By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Git 提交规范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全局 CLAUDE.md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SQL 迁移版本号命名错误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版本号确认规则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memory feedback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权限控制理解偏差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架构理解修正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feedback + ARCHITECTURE.md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Harness 生长循环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 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① 让 AI 做任务（尽量少约束）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② 观察 AI 的输出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③ 发现不符合预期的地方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④ 分析根因（缺上下文？缺规则？）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⑤ 添加最小约束（只解决当前问题）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⑥ 验证效果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↓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回到 ①，循环往复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│                                         │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关键：每次只添加解决当前问题的最小约束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错误分类框架——不是所有错误都需要加规则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错误类型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应对策略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上下文缺失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几乎每次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在 CLAUDE.md 写明技术栈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规则不明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前几次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犯过一次就加规则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架构偏离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项目变大后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分层文档 + 自动检查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偶发错误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偶尔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直接修复，不要加规则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"如果一个错误只发生一次，且不太可能再发生，</a:t>
            </a:r>
            <a:br/>
            <a:r>
              <a:t>直接修复它，不要加规则。</a:t>
            </a:r>
            <a:br/>
            <a:br/>
            <a:r>
              <a:t>过多规则带来的阅读成本，比偶发错误本身造成的问题更大。"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—— 黄金法则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实战演示 A：从零搭建 Spring Boot 项目的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1：没有 CLAUDE.md 的裸项目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让 AI 添加接口 → 业务逻辑在 Controller、无 DTO、无异常处理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2：3 行 CLAUDE.md 的效果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项目名 + 技术栈 + 编码风格 → 基本分层结构自动出来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3：逐步添加约束的生长过程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第一次犯错 → 分层架构规则（3行→9行）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第二次犯错 → DTO 分离规则（9行→15行）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第三次犯错 → 统一异常处理（15行→30行）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每条规则的来源都是一个具体的"事故"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实战演示 B：多任务并行与闭环工作流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4：worktree 多任务并行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每个任务一个独立工作目录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各自有独立的 AI 会话，互不干扰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两个 AI 实例同时工作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5：设计-开发-测试闭环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设计阶段：Plan 模式让 AI 先探索、规划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开发阶段：Claude Code 按方案编码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测试阶段：Karate 接口测试验证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1CF66"/>
                </a:solidFill>
                <a:latin typeface="微软雅黑"/>
              </a:defRPr>
            </a:pPr>
            <a:r>
              <a:t>  ◦ 每个环节有明确产出物，避免方向跑偏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实战演示 C：复盘与记忆积累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视频 6：/retrospect 复盘演示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复盘流程：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完成任务 → 触发复盘 → 三问反思 → 过滤保存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记忆的格式：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规则描述 + Why（为什么）+ How to apply（何时用）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记忆的复用：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新会话中 AI 自动检索相关记忆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同样的错误不会犯第二次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"经验制度化"——把"下次注意"变成可执行的知识记录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延伸场景：AI 解读开源项目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用 AI 分析 Spring Boot 开源项目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AI 阅读源码 → 理解架构 → 输出技术文档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人工做：1-2 天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AI 做：30 分钟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适用场景：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快速了解陌生系统的架构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学习新技术栈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系统调研和技术选型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进阶：Skills 完整工作流链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需求提出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brainstorming          ← 探索需求和设计方案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writing-plans          ← 编写实施计划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executing-plans        ← 执行计划（带审查检查点）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verification           ← 完成前验证（运行测试、编译）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code-review            ← 代码审查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retrospect             ← 复盘，保存经验</a:t>
            </a: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每个环节有明确的检查标准，避免跳步导致的返工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配套工具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Claude Code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核心编程工具，命令行操作，与项目深度集成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playwright-mcp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自动化浏览器操作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系统调研：AI 自动打开系统、操作页面、输出文档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编写用户手册：AI 直接看页面截图描述功能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cc-switch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模型切换工具，方便在不同模型之间切换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模型选择策略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核心策略：每个模型用在它最擅长的环节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设计阶段 → 用强模型（Opus）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架构设计、需求分析的理解力最好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编码实现 → 用性价比更高的模型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日常编码不需要最贵的模型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"奢侈但有效"：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如果和 AI 交互了很多次都得不到好方案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直接换用 Opus 反而更省时间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AI 协作编程的更多场景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006B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解读开源项目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阅读源码，输出架构分析文档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快速理解陌生系统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系统调研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+ playwright 深入解读在线系统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自动化信息收集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自学技术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讲解新技术 + 代码示例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加速学习曲线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多任务并行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worktree + agent teams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复杂任务拆分并行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多任务并行架构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worktree：独立工作目录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每个任务一个 worktree，互不干扰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适合多个需求同时推进的场景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agent teams：多 Agent 协作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Explore Agent：只读探索代码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Plan Agent：编写实施计划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  ◦ 实现 Agent：编码 + 测试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FFD43B"/>
                </a:solidFill>
                <a:latin typeface="微软雅黑"/>
              </a:defRPr>
            </a:pPr>
            <a:r>
              <a:t>适用场景：大型功能开发、多模块重构、多方资料调研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六大关键经验回顾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1. rules/ 是 token 预算管理 —— 每个文件都要有存在价值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2. 记忆系统是经验制度化 —— 不复盘等于白做，不保存等于白复盘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3. 三层架构各司其职 —— 全局放偏好，项目放规范，会话放经验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4. 先有再优化 —— 早期大胆堆内容，有积累后再精简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5. 从错误中提炼规则 —— 每次踩坑都是完善知识体系的机会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6. 文档有生命周期 —— 创建→迭代→稳定→过时（更新或删除）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立即可执行的行动清单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今天就能做：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1CF66"/>
                </a:solidFill>
                <a:latin typeface="微软雅黑"/>
              </a:defRPr>
            </a:pPr>
            <a:r>
              <a:t>  ◦ 在你的 Java 项目中创建 CLAUDE.md（只要 3-5 行）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1CF66"/>
                </a:solidFill>
                <a:latin typeface="微软雅黑"/>
              </a:defRPr>
            </a:pPr>
            <a:r>
              <a:t>  ◦ 安装 Claude Code，让它帮你做一个小任务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本周可以做：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D43B"/>
                </a:solidFill>
                <a:latin typeface="微软雅黑"/>
              </a:defRPr>
            </a:pPr>
            <a:r>
              <a:t>  ◦ 观察 AI 最常犯的 3 个错误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D43B"/>
                </a:solidFill>
                <a:latin typeface="微软雅黑"/>
              </a:defRPr>
            </a:pPr>
            <a:r>
              <a:t>  ◦ 为这 3 个错误添加最小约束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D43B"/>
                </a:solidFill>
                <a:latin typeface="微软雅黑"/>
              </a:defRPr>
            </a:pPr>
            <a:r>
              <a:t>  ◦ 尝试一次复盘，把踩过的坑记下来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• 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本月可以做：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00D2FF"/>
                </a:solidFill>
                <a:latin typeface="微软雅黑"/>
              </a:defRPr>
            </a:pPr>
            <a:r>
              <a:t>  ◦ 完善 rules/ 目录结构，按专题拆分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00D2FF"/>
                </a:solidFill>
                <a:latin typeface="微软雅黑"/>
              </a:defRPr>
            </a:pPr>
            <a:r>
              <a:t>  ◦ 配置 Hook 自动化（编译验证等）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00D2FF"/>
                </a:solidFill>
                <a:latin typeface="微软雅黑"/>
              </a:defRPr>
            </a:pPr>
            <a:r>
              <a:t>  ◦ 尝试 worktree 多任务并行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"AI 协作编程的核心不是让 AI 变强，</a:t>
            </a:r>
            <a:br/>
            <a:r>
              <a:t>而是让 AI 在正确的轨道上工作。</a:t>
            </a:r>
            <a:br/>
            <a:r>
              <a:t>你构建的 Harness，就是这条轨道。"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感谢聆听  |  Q&amp;A 交流时间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